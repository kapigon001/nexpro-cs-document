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4E79"/>
                </a:solidFill>
              </a:defRPr>
            </a:pPr>
            <a:r>
              <a:t>ウェビナープラットフォーム継続利用のご提案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ネクプロ vs EventHub 徹底比較｜NTT西日本様向け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エグゼクティブサマリー：ネクプロを継続すべき3つの理由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① Salesforce連携の公式性・安全性：AppExchange公認 vs 非公認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② エンゲージメントデータの深度：視聴開始・離脱の秒単位ログ取得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③ Agentforce連携による将来性：AI検索・AIチャット・AIフォローの3機能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【推奨】EventHubへの乗り換えは、SF連携の劣化・移行コスト・AI活用機会の喪失リスクあり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Why NexPro？～AEフォームだけでは足りない理由～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【AE単体で取得できるデータ】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・フォーム送信日時、属性情報、ページビュー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【ネクプロで取得できる追加データ】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・視聴開始・終了時刻（秒単位）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・離脱ポイント（どこで視聴をやめたか）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・事前/事後アンケート（連動型質問で深堀り可能）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・チャット発言、投票・Q&amp;A参加状況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インサイドセールスへの活用シナリオ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【完走者（90%以上視聴）】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→ 即日架電「ご質問いただいた○○について詳しくご説明します」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【途中離脱者（価格説明で離脱）】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→ 「価格面でご不明点があれば個別にご説明します」とメール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【申込のみ・未視聴】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→ オンデマンド視聴リンクを送付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SF連携 徹底比較①：提供方式とセキュリティ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【ネクプロ】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・AppExchange公認アプリ（Salesforce社の審査認可済み）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・組織リソース消費なし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・代理ログインによるサポート可能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【EventHub】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・非公認アプリ（審査なし・ブラックボックス）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・カスタムオブジェクト/項目数を消費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・画面共有のみのサポート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SF連携 徹底比較②：連携対象とデータ深度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【ネクプロ】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・キャンペーン/キャンペーンメンバーに連携（標準）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・視聴開始・終了時刻を活動履歴に記録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・キャンペーン単位で所有者に通知可能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【EventHub】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・カスタムオブジェクトに連携（一部開発必要）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・参加管理のみ（詳細な視聴ログなし）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・通知機能なし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セキュリティ・ガバナンス比較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【ネクプロ】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・国内外大手企業セキュリティ審査 100%通過（2024/12時点）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・ISO/IEC 27001:2013 取得済み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・Salesforce社による定期的なセキュリティレビュー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【EventHub】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・セキュリティ審査実績：不明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・国際規格：取得なし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・Salesforce審査：なし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ネクプロ for Agentforce（2025年1月〜）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【Agent 検索】意味検索で最適な動画を要約付きで推奨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【Agent チャット】視聴中の疑問にAIが24/365で回答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【Agent フォロー】顧客課題に合った動画をメールで自動送信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【導入効果目標】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・カスタマーサポート業務 40%削減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・セキュリティチェック対応コスト 300〜500万円削減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リスク分析：EventHubに乗り換えた場合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【技術的リスク】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・組織リソース消費 → SF組織の上限を圧迫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・バージョン管理不在 → 問題時はアンインストール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・視聴ログの劣化 → 離脱分析・追撃施策が困難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【機会損失リスク】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・Agentforce活用不可 → 将来的な競争力低下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・事前・事後アンケート取得不可 → 商談創出機会の損失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結論・推奨アクション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① ネクプロの継続利用を推奨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 → SF/AE連携の公式性・深度で明確に優位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② ネクプロ for Agentforceの導入検討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 → まずはStarterプラン（月額3万円）でPoC推奨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③ 現行運用の最適化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 → AE側でのスコアリングルール整備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  → 視聴ログを活用したEngagement Studio設計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